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307" r:id="rId3"/>
    <p:sldId id="291" r:id="rId4"/>
    <p:sldId id="283" r:id="rId5"/>
    <p:sldId id="302" r:id="rId6"/>
    <p:sldId id="310" r:id="rId7"/>
    <p:sldId id="312" r:id="rId8"/>
    <p:sldId id="311" r:id="rId9"/>
    <p:sldId id="288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B1150-704C-40A5-A33D-FCA084ECAA01}" v="9" dt="2026-06-05T03:58:59.03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4689"/>
  </p:normalViewPr>
  <p:slideViewPr>
    <p:cSldViewPr snapToGrid="0">
      <p:cViewPr varScale="1">
        <p:scale>
          <a:sx n="67" d="100"/>
          <a:sy n="67" d="100"/>
        </p:scale>
        <p:origin x="-79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navi Reddy" userId="71d8719d3e70bd22" providerId="LiveId" clId="{CA2B9327-E066-484A-AB44-AF0C0A210F06}"/>
    <pc:docChg chg="undo custSel addSld modSld">
      <pc:chgData name="Jahnavi Reddy" userId="71d8719d3e70bd22" providerId="LiveId" clId="{CA2B9327-E066-484A-AB44-AF0C0A210F06}" dt="2026-06-05T04:00:18.314" v="87" actId="20577"/>
      <pc:docMkLst>
        <pc:docMk/>
      </pc:docMkLst>
      <pc:sldChg chg="modSp mod">
        <pc:chgData name="Jahnavi Reddy" userId="71d8719d3e70bd22" providerId="LiveId" clId="{CA2B9327-E066-484A-AB44-AF0C0A210F06}" dt="2026-06-05T04:00:18.314" v="87" actId="20577"/>
        <pc:sldMkLst>
          <pc:docMk/>
          <pc:sldMk cId="0" sldId="259"/>
        </pc:sldMkLst>
        <pc:spChg chg="mod">
          <ac:chgData name="Jahnavi Reddy" userId="71d8719d3e70bd22" providerId="LiveId" clId="{CA2B9327-E066-484A-AB44-AF0C0A210F06}" dt="2026-06-05T04:00:18.314" v="87" actId="20577"/>
          <ac:spMkLst>
            <pc:docMk/>
            <pc:sldMk cId="0" sldId="259"/>
            <ac:spMk id="9" creationId="{C72D1E7D-30CD-1AD9-B818-0D96B874CCA3}"/>
          </ac:spMkLst>
        </pc:spChg>
      </pc:sldChg>
      <pc:sldChg chg="addSp delSp modSp mod">
        <pc:chgData name="Jahnavi Reddy" userId="71d8719d3e70bd22" providerId="LiveId" clId="{CA2B9327-E066-484A-AB44-AF0C0A210F06}" dt="2026-06-05T03:50:20.763" v="10" actId="14100"/>
        <pc:sldMkLst>
          <pc:docMk/>
          <pc:sldMk cId="1985142040" sldId="310"/>
        </pc:sldMkLst>
        <pc:spChg chg="mod">
          <ac:chgData name="Jahnavi Reddy" userId="71d8719d3e70bd22" providerId="LiveId" clId="{CA2B9327-E066-484A-AB44-AF0C0A210F06}" dt="2026-06-05T03:50:09.043" v="5" actId="14100"/>
          <ac:spMkLst>
            <pc:docMk/>
            <pc:sldMk cId="1985142040" sldId="310"/>
            <ac:spMk id="5" creationId="{2E855FFB-25D7-D237-13FE-424E6DA8BA49}"/>
          </ac:spMkLst>
        </pc:spChg>
        <pc:spChg chg="add del">
          <ac:chgData name="Jahnavi Reddy" userId="71d8719d3e70bd22" providerId="LiveId" clId="{CA2B9327-E066-484A-AB44-AF0C0A210F06}" dt="2026-06-05T03:49:48.324" v="1" actId="22"/>
          <ac:spMkLst>
            <pc:docMk/>
            <pc:sldMk cId="1985142040" sldId="310"/>
            <ac:spMk id="9" creationId="{4010CA98-33EA-ACBB-DA43-E91A63191117}"/>
          </ac:spMkLst>
        </pc:spChg>
        <pc:picChg chg="add mod">
          <ac:chgData name="Jahnavi Reddy" userId="71d8719d3e70bd22" providerId="LiveId" clId="{CA2B9327-E066-484A-AB44-AF0C0A210F06}" dt="2026-06-05T03:50:20.763" v="10" actId="14100"/>
          <ac:picMkLst>
            <pc:docMk/>
            <pc:sldMk cId="1985142040" sldId="310"/>
            <ac:picMk id="11" creationId="{71E955C9-7725-AD1A-7D8B-27F6B91C35A4}"/>
          </ac:picMkLst>
        </pc:picChg>
      </pc:sldChg>
      <pc:sldChg chg="addSp modSp new mod">
        <pc:chgData name="Jahnavi Reddy" userId="71d8719d3e70bd22" providerId="LiveId" clId="{CA2B9327-E066-484A-AB44-AF0C0A210F06}" dt="2026-06-05T03:51:50.892" v="29" actId="1076"/>
        <pc:sldMkLst>
          <pc:docMk/>
          <pc:sldMk cId="3636371893" sldId="311"/>
        </pc:sldMkLst>
        <pc:spChg chg="add mod">
          <ac:chgData name="Jahnavi Reddy" userId="71d8719d3e70bd22" providerId="LiveId" clId="{CA2B9327-E066-484A-AB44-AF0C0A210F06}" dt="2026-06-05T03:51:24.421" v="19" actId="1076"/>
          <ac:spMkLst>
            <pc:docMk/>
            <pc:sldMk cId="3636371893" sldId="311"/>
            <ac:spMk id="3" creationId="{8DF32FC3-857B-F07B-4F1B-47C54D3D9076}"/>
          </ac:spMkLst>
        </pc:spChg>
        <pc:spChg chg="add mod">
          <ac:chgData name="Jahnavi Reddy" userId="71d8719d3e70bd22" providerId="LiveId" clId="{CA2B9327-E066-484A-AB44-AF0C0A210F06}" dt="2026-06-05T03:51:50.892" v="29" actId="1076"/>
          <ac:spMkLst>
            <pc:docMk/>
            <pc:sldMk cId="3636371893" sldId="311"/>
            <ac:spMk id="5" creationId="{18EE8CEE-9082-82EE-9AD3-5AC028920B28}"/>
          </ac:spMkLst>
        </pc:spChg>
      </pc:sldChg>
      <pc:sldChg chg="addSp delSp modSp new mod">
        <pc:chgData name="Jahnavi Reddy" userId="71d8719d3e70bd22" providerId="LiveId" clId="{CA2B9327-E066-484A-AB44-AF0C0A210F06}" dt="2026-06-05T04:00:06.518" v="85" actId="1076"/>
        <pc:sldMkLst>
          <pc:docMk/>
          <pc:sldMk cId="278111903" sldId="312"/>
        </pc:sldMkLst>
        <pc:spChg chg="add">
          <ac:chgData name="Jahnavi Reddy" userId="71d8719d3e70bd22" providerId="LiveId" clId="{CA2B9327-E066-484A-AB44-AF0C0A210F06}" dt="2026-06-05T03:56:48.142" v="31"/>
          <ac:spMkLst>
            <pc:docMk/>
            <pc:sldMk cId="278111903" sldId="312"/>
            <ac:spMk id="2" creationId="{7E99EA77-A124-D8AA-C455-A0C84E4BF7B0}"/>
          </ac:spMkLst>
        </pc:spChg>
        <pc:spChg chg="add">
          <ac:chgData name="Jahnavi Reddy" userId="71d8719d3e70bd22" providerId="LiveId" clId="{CA2B9327-E066-484A-AB44-AF0C0A210F06}" dt="2026-06-05T03:58:32.232" v="35"/>
          <ac:spMkLst>
            <pc:docMk/>
            <pc:sldMk cId="278111903" sldId="312"/>
            <ac:spMk id="5" creationId="{CC77EBBF-B0DB-0B01-A87D-0A0EB19BFD8E}"/>
          </ac:spMkLst>
        </pc:spChg>
        <pc:spChg chg="add">
          <ac:chgData name="Jahnavi Reddy" userId="71d8719d3e70bd22" providerId="LiveId" clId="{CA2B9327-E066-484A-AB44-AF0C0A210F06}" dt="2026-06-05T03:58:43.714" v="38"/>
          <ac:spMkLst>
            <pc:docMk/>
            <pc:sldMk cId="278111903" sldId="312"/>
            <ac:spMk id="8" creationId="{6AFA87A5-0B3A-880A-63C8-1B7D042C8F57}"/>
          </ac:spMkLst>
        </pc:spChg>
        <pc:spChg chg="add">
          <ac:chgData name="Jahnavi Reddy" userId="71d8719d3e70bd22" providerId="LiveId" clId="{CA2B9327-E066-484A-AB44-AF0C0A210F06}" dt="2026-06-05T03:58:56.542" v="41"/>
          <ac:spMkLst>
            <pc:docMk/>
            <pc:sldMk cId="278111903" sldId="312"/>
            <ac:spMk id="11" creationId="{88D85877-F8E2-E1B2-058F-219B5E6773CA}"/>
          </ac:spMkLst>
        </pc:spChg>
        <pc:spChg chg="add mod">
          <ac:chgData name="Jahnavi Reddy" userId="71d8719d3e70bd22" providerId="LiveId" clId="{CA2B9327-E066-484A-AB44-AF0C0A210F06}" dt="2026-06-05T04:00:06.518" v="85" actId="1076"/>
          <ac:spMkLst>
            <pc:docMk/>
            <pc:sldMk cId="278111903" sldId="312"/>
            <ac:spMk id="15" creationId="{418D428A-36D4-2A11-3761-CAFD28B35556}"/>
          </ac:spMkLst>
        </pc:spChg>
        <pc:picChg chg="add del mod">
          <ac:chgData name="Jahnavi Reddy" userId="71d8719d3e70bd22" providerId="LiveId" clId="{CA2B9327-E066-484A-AB44-AF0C0A210F06}" dt="2026-06-05T03:58:31.200" v="34" actId="478"/>
          <ac:picMkLst>
            <pc:docMk/>
            <pc:sldMk cId="278111903" sldId="312"/>
            <ac:picMk id="4" creationId="{FFF89B0C-0B50-9A31-4AAC-2AA4D82B9916}"/>
          </ac:picMkLst>
        </pc:picChg>
        <pc:picChg chg="add del">
          <ac:chgData name="Jahnavi Reddy" userId="71d8719d3e70bd22" providerId="LiveId" clId="{CA2B9327-E066-484A-AB44-AF0C0A210F06}" dt="2026-06-05T03:58:37.207" v="37" actId="478"/>
          <ac:picMkLst>
            <pc:docMk/>
            <pc:sldMk cId="278111903" sldId="312"/>
            <ac:picMk id="7" creationId="{1A0C54AF-0C27-42FB-6CF3-D12F8F4697A6}"/>
          </ac:picMkLst>
        </pc:picChg>
        <pc:picChg chg="add del">
          <ac:chgData name="Jahnavi Reddy" userId="71d8719d3e70bd22" providerId="LiveId" clId="{CA2B9327-E066-484A-AB44-AF0C0A210F06}" dt="2026-06-05T03:58:47.971" v="40" actId="478"/>
          <ac:picMkLst>
            <pc:docMk/>
            <pc:sldMk cId="278111903" sldId="312"/>
            <ac:picMk id="10" creationId="{16340235-ACC6-050C-09C3-0AF69B1384EE}"/>
          </ac:picMkLst>
        </pc:picChg>
        <pc:picChg chg="add mod">
          <ac:chgData name="Jahnavi Reddy" userId="71d8719d3e70bd22" providerId="LiveId" clId="{CA2B9327-E066-484A-AB44-AF0C0A210F06}" dt="2026-06-05T03:59:17.013" v="47" actId="14100"/>
          <ac:picMkLst>
            <pc:docMk/>
            <pc:sldMk cId="278111903" sldId="312"/>
            <ac:picMk id="13" creationId="{48164850-0A9A-E868-860B-33275AE1EA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2500" y="4390939"/>
            <a:ext cx="3619500" cy="237244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</a:t>
            </a:r>
            <a:r>
              <a:rPr sz="2400" b="1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lang="en-US" sz="2400" b="1" spc="-25" dirty="0" smtClean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Deepak V-192411021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Aaron Samuel S-192411022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Y. Abhay-192411219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 err="1" smtClean="0">
                <a:solidFill>
                  <a:srgbClr val="0C0C0C"/>
                </a:solidFill>
                <a:latin typeface="Times New Roman"/>
                <a:cs typeface="Times New Roman"/>
              </a:rPr>
              <a:t>Meghanadh</a:t>
            </a:r>
            <a:r>
              <a:rPr lang="en-US" sz="2000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 A-192372281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 err="1" smtClean="0">
                <a:solidFill>
                  <a:srgbClr val="0C0C0C"/>
                </a:solidFill>
                <a:latin typeface="Times New Roman"/>
                <a:cs typeface="Times New Roman"/>
              </a:rPr>
              <a:t>Ebin</a:t>
            </a:r>
            <a:r>
              <a:rPr lang="en-US" sz="2000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 Antony P-192373011</a:t>
            </a:r>
            <a:endParaRPr lang="en-US" sz="2000" spc="-25" dirty="0" smtClean="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14294" y="1929902"/>
            <a:ext cx="11367174" cy="99706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Campus Resource Exchange Network(CREN): An Intelligent Academic Marketplace for Resource Sharing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Dr. </a:t>
            </a:r>
            <a:r>
              <a:rPr lang="en-US" sz="2400" b="1" spc="-25" dirty="0" smtClean="0">
                <a:solidFill>
                  <a:srgbClr val="0C0C0C"/>
                </a:solidFill>
                <a:latin typeface="Times New Roman"/>
                <a:cs typeface="Times New Roman"/>
              </a:rPr>
              <a:t>D. </a:t>
            </a:r>
            <a:r>
              <a:rPr lang="en-US" sz="2400" b="1" spc="-25" dirty="0" err="1" smtClean="0">
                <a:solidFill>
                  <a:srgbClr val="0C0C0C"/>
                </a:solidFill>
                <a:latin typeface="Times New Roman"/>
                <a:cs typeface="Times New Roman"/>
              </a:rPr>
              <a:t>Sudhagar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600355"/>
            <a:ext cx="70450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CSA4305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Programming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25/7/2026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:09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=""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=""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=""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932514"/>
            <a:ext cx="742148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web-based platform exclusively for college students.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Enables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buying, selling, borrowing, donating, and swapping academic resources.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Reduces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educational expenses through resource sharing.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secure exchanges using QR-based verification.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trust and rating system to improve reliability.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Promotes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sustainability by encouraging the reuse of resources.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The Centrality of Exchange - Econli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111" y="2259319"/>
            <a:ext cx="3902154" cy="3227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=""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=""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1" y="2133828"/>
            <a:ext cx="742230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Students often have unused books, lab equipment, and project materials.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students purchase new resources despite unused items being available.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platforms are not designed specifically for campus communities.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proposed platform connects verified students within the same institution.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provides a safe,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organised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and user-friendly resource exchange system.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platform supports sustainable and cost-effective academic practices.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Exchange Student Cartoon Vector Art, Icons, and Graphics for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081" y="1924685"/>
            <a:ext cx="3927022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=""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387" y="1747805"/>
            <a:ext cx="6540621" cy="460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 dedicated platform for exchanging academic resources on campus.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Students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rely on informal channels such as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groups.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trust and verification during exchanges. High costs of textbooks and laboratory materials.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Unused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academic resources often go to waste.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Difficulty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finding required resources quickly and securely.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artoon Problem Solving Stock Illustrations – 8,766 Carto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91" y="1534540"/>
            <a:ext cx="3784223" cy="464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=""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OBJECTIVES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92" y="1597149"/>
            <a:ext cx="6290721" cy="510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Develop a secure web platform for campus resource exchange.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students' academic expenses.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Promote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reuse and sharing of educational materials.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Verify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users through institutional authentication.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Provide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QR-based confirmation for secure transactions.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Build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trusted student community using ratings and reviews.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120+ 3d Cartoon Person Reaching The Goal Objective Concept Stock Photos,  Pictures &amp; Royalty-Free Images - i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318" y="938171"/>
            <a:ext cx="4076700" cy="582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27,900+ Key Cartoon Stock Illustrations, Royalty-Free Vector Graphics &amp;  Clip Art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75" y="759128"/>
            <a:ext cx="58293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09" y="1728759"/>
            <a:ext cx="686640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Student Registration and Secure Login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Buy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Sell, Borrow, Donate, and Swap Resources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Smart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Search and Category Filters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QR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Code-Based Exchange Verification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Trust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Score, Ratings, and Reviews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Admin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Dashboard for Platform Management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KEY FEATURES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2845490" y="489729"/>
            <a:ext cx="6094070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ARCHITECTURE DIAGRAM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C:\Users\Abhay\Downloads\_- visual selection (10)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62" y="1616075"/>
            <a:ext cx="8645525" cy="478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69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1614488" y="1728759"/>
            <a:ext cx="8834557" cy="418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Module 1: User Authentication &amp; Profile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Management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Module 2: Resource </a:t>
            </a:r>
            <a:r>
              <a:rPr lang="fr-FR" sz="2600" dirty="0" err="1">
                <a:latin typeface="Times New Roman" pitchFamily="18" charset="0"/>
                <a:cs typeface="Times New Roman" pitchFamily="18" charset="0"/>
              </a:rPr>
              <a:t>Marketplace</a:t>
            </a: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Management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fr-FR" sz="2600" dirty="0">
                <a:latin typeface="Times New Roman" pitchFamily="18" charset="0"/>
                <a:cs typeface="Times New Roman" pitchFamily="18" charset="0"/>
              </a:rPr>
              <a:t>Module 3: Exchange &amp; Transaction </a:t>
            </a:r>
            <a:r>
              <a:rPr lang="fr-FR" sz="2600" dirty="0" smtClean="0">
                <a:latin typeface="Times New Roman" pitchFamily="18" charset="0"/>
                <a:cs typeface="Times New Roman" pitchFamily="18" charset="0"/>
              </a:rPr>
              <a:t>Management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Module 4: QR Verification &amp; Trust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Module 5: Admin Dashboard &amp;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Analytics</a:t>
            </a:r>
            <a:endParaRPr lang="fr-FR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741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4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chool Market Vector Art, Icons, and Graphics for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988" y="2063899"/>
            <a:ext cx="4247996" cy="395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ject 4">
            <a:extLst>
              <a:ext uri="{FF2B5EF4-FFF2-40B4-BE49-F238E27FC236}">
                <a16:creationId xmlns=""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=""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11016" y="53992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EXPECTED OUTCOME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524992" y="1748559"/>
            <a:ext cx="8844323" cy="405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Easy access to affordable academic resources.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Reduced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wastage through resource reuse.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Secure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transparent exchange process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Improved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collaboration among students.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Sustainable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campus ecosystem with reduced educational costs.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Scalable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platform that can be expanded to multiple colleges.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409</Words>
  <Application>Microsoft Office PowerPoint</Application>
  <PresentationFormat>Custom</PresentationFormat>
  <Paragraphs>65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Harsha</cp:lastModifiedBy>
  <cp:revision>13</cp:revision>
  <dcterms:created xsi:type="dcterms:W3CDTF">2026-05-12T03:48:28Z</dcterms:created>
  <dcterms:modified xsi:type="dcterms:W3CDTF">2026-07-25T08:30:18Z</dcterms:modified>
</cp:coreProperties>
</file>